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80e7a52f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80e7a52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0e7a52f2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0e7a52f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11d194a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811d194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9350" y="18675"/>
            <a:ext cx="9144000" cy="6745800"/>
          </a:xfrm>
          <a:prstGeom prst="rect">
            <a:avLst/>
          </a:prstGeom>
          <a:solidFill>
            <a:srgbClr val="2E2E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9144000" cy="125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0" y="61950"/>
            <a:ext cx="8229600" cy="1128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proyecto padres de la </a:t>
            </a:r>
            <a:r>
              <a:rPr lang="en-US">
                <a:solidFill>
                  <a:schemeClr val="lt1"/>
                </a:solidFill>
              </a:rPr>
              <a:t>informática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0" y="14507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equipo:ruiz rodriguez erick david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65400"/>
            <a:ext cx="9144000" cy="6727200"/>
          </a:xfrm>
          <a:prstGeom prst="rect">
            <a:avLst/>
          </a:prstGeom>
          <a:solidFill>
            <a:srgbClr val="28262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0" y="37375"/>
            <a:ext cx="9144000" cy="11493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475825" y="405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Parte 1: Introducción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475825" y="16189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¿Cuál es el objetivo principal del proyecto “Padres de la Informática”?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¿Qué importancia tiene conocer a los pioneros de la informática en el contexto actual?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¿Qué herramientas o tecnologías utilizaron para el desarrollo del proyecto?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32700"/>
            <a:ext cx="9144000" cy="6792600"/>
          </a:xfrm>
          <a:prstGeom prst="rect">
            <a:avLst/>
          </a:prstGeom>
          <a:solidFill>
            <a:srgbClr val="2E2E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18675" y="37375"/>
            <a:ext cx="9144000" cy="1280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3119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Parte 2: Investigación y Producción de Videos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¿Qué personajes nuevos agregaron a su aplicación y por qué los eligieron?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¿Cómo organizaron la investigación para obtener información confiable sobre cada personaje?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¿Qué herramientas emplearon para crear sus videos vivientes (IA, edición, narración)?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¿Qué dificultades enfrentaron al generar o alojar los videos (Drive, GitHub, VisionStory.ai)?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46725"/>
            <a:ext cx="9144000" cy="6764400"/>
          </a:xfrm>
          <a:prstGeom prst="rect">
            <a:avLst/>
          </a:prstGeom>
          <a:solidFill>
            <a:srgbClr val="2E2E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9350" y="9350"/>
            <a:ext cx="9144000" cy="1055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559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Parte 3: Desarrollo en Flet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¿Cómo funciona la aplicación? ¿Qué hace cuando se ejecuta?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¿Qué parte del código fue la más complicada o interesante?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¿Qué aprendieron sobre la estructura y funcionamiento de Flet?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¿Cómo integraron los nuevos videos en el código original?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/>
          <p:nvPr/>
        </p:nvSpPr>
        <p:spPr>
          <a:xfrm>
            <a:off x="-9350" y="46725"/>
            <a:ext cx="9144000" cy="6858000"/>
          </a:xfrm>
          <a:prstGeom prst="rect">
            <a:avLst/>
          </a:prstGeom>
          <a:solidFill>
            <a:srgbClr val="2E2E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18675" y="28025"/>
            <a:ext cx="9144000" cy="1196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Parte 4: Diseño y Documentación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¿Cómo definieron el estilo visual y la interfaz de usuario (colores, texto, disposición)?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¿Qué contiene su manual técnico y su manual de usuario?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¿Por qué es importante documentar el código y las pruebas realizadas?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28025" y="18675"/>
            <a:ext cx="9144000" cy="6858000"/>
          </a:xfrm>
          <a:prstGeom prst="rect">
            <a:avLst/>
          </a:prstGeom>
          <a:solidFill>
            <a:srgbClr val="2E2E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18675" y="28025"/>
            <a:ext cx="9144000" cy="1205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457200" y="2559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Parte 5: Conclusión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¿Qué aprendizajes personales y técnicos se llevan de este proyecto?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¿Qué impacto creen que tiene el legado de los padres de la informática en su formación profesional?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Si pudieran mejorar o extender su aplicación, ¿qué nuevas funciones agregarían?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401125" y="265313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CONCLUSIONES y roles de trabajo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